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CMS Experts Lightning Talk</dc:title>
  <dc:subject>5-15 minute lightning talk introducing Machine Experience (MX) to Boye &amp; Company CMS Experts audience</dc:subject>
  <dc:creator>Tom Cranstoun</dc:creator>
  <cp:lastModifiedBy>Tom Cranstoun</cp:lastModifiedBy>
  <cp:revision>1</cp:revision>
  <dcterms:created xsi:type="dcterms:W3CDTF">2026-04-07T14:43:29Z</dcterms:created>
  <dcterms:modified xsi:type="dcterms:W3CDTF">2026-04-07T14:43:29Z</dcterms:modified>
</cp:coreProperties>
</file>