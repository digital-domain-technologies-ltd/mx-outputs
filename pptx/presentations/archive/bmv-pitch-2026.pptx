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46B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Headline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**MX: The machine layer for meaning.**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universal document runtime. Built on open standards. Operational at alpha.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Tom Cranstoun | info@cognovamx.com | https://allabout.network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6B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Machines cannot reliably act on documents designed for human eyes.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enterprise AI deployment hits the same four failures:</a:t>
            </a:r>
            <a:endParaRPr lang="en-US" sz="18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Wasted inference</a:t>
            </a:r>
            <a:endParaRPr lang="en-US" sz="18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agents recompute meaning that should already be explicit</a:t>
            </a:r>
            <a:endParaRPr lang="en-US" sz="1800" dirty="0"/>
          </a:p>
          <a:p>
            <a:pPr algn="l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cost</a:t>
            </a:r>
            <a:endParaRPr lang="en-US" sz="18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ambiguous documents become a compute problem at scale</a:t>
            </a:r>
            <a:endParaRPr lang="en-US" sz="1800" dirty="0"/>
          </a:p>
          <a:p>
            <a:pPr algn="l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Hallucinations</a:t>
            </a:r>
            <a:endParaRPr lang="en-US" sz="18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agents guess when source material is ambiguous (an infrastructure problem, not a model problem)</a:t>
            </a:r>
            <a:endParaRPr lang="en-US" sz="1800" dirty="0"/>
          </a:p>
          <a:p>
            <a:pPr algn="l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provenance</a:t>
            </a:r>
            <a:endParaRPr lang="en-US" sz="18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no way to verify a document's origin or whether it has been altered</a:t>
            </a:r>
            <a:endParaRPr lang="en-US" sz="1800" dirty="0"/>
          </a:p>
          <a:p>
            <a:pPr algn="l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not a web problem. It's a document problem. Contracts, policies, manufacturing specs, government archives, scientific papers — the substrate of every enterprise.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Tom Cranstoun | info@cognovamx.com | https://allabout.network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6B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Insight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47 years in content systems. The work is the moat.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Led the world's largest enterprise content programmes — Nissan-Renault (200+ websites, 30 languages), the BBC, Ford, McLaren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 EE: 8,000 pages across three brand CMSs in 24 days · £450,000 saved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Published the diagnosis in 2024: documents lack machine-native structure, state, intent, and provenance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enterprise solves that from scratch — MX is the infrastructure layer so no one has to solve it again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Tom Cranstoun | info@cognovamx.com | https://allabout.network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6B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MX 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framework for designing documents that both humans and machines can use.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 components:</a:t>
            </a:r>
            <a:endParaRPr lang="en-US" sz="18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COGs</a:t>
            </a:r>
            <a:endParaRPr lang="en-US" sz="18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portable, self-describing documents. Structured metadata, human-readable content. The artefact.</a:t>
            </a:r>
            <a:endParaRPr lang="en-US" sz="1800" dirty="0"/>
          </a:p>
          <a:p>
            <a:pPr algn="l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REGINALD</a:t>
            </a:r>
            <a:endParaRPr lang="en-US" sz="18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Registry for Genuine Information, Notarised Authentication, and Legitimate Documentation. Tells machines where COGs live and attests their integrity.</a:t>
            </a:r>
            <a:endParaRPr lang="en-US" sz="1800" dirty="0"/>
          </a:p>
          <a:p>
            <a:pPr algn="l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Gathering</a:t>
            </a:r>
            <a:endParaRPr lang="en-US" sz="18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independent standards body. Structurally separate from any commercial entity.</a:t>
            </a:r>
            <a:endParaRPr lang="en-US" sz="1800" dirty="0"/>
          </a:p>
          <a:p>
            <a:pPr algn="l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on Markdown, YAML, and HTML. Nothing proprietary. Nothing to install. Nothing to lock in.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Tom Cranstoun | info@cognovamx.com | https://allabout.network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6B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isn't metadata that describes. It's metadata that executes.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 → registered COG → REGINALD index → agent reads attested metadata → executes safely.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REGINALD works the way DNS works for domains — points to where the COG lives, attests it hasn't been altered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does not hold the COG — the publisher does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Signing is optional, layered on top like DNSSEC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Unsigned COGs are still registered and discoverable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Signed COGs carry cryptographic provenance for those who need 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Tom Cranstoun | info@cognovamx.com | https://allabout.network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6B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MX Sits in the Bare Metal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065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Bare Metal owns the physical stack. MX is the missing logical layer for documents.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29535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291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Layer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B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Component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B5"/>
                    </a:solidFill>
                  </a:tcPr>
                </a:tc>
              </a:tr>
              <a:tr h="291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Silicon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DreamBig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291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Compute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FluidStack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291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Rack hardware + OS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Oxide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291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Heterogeneous orchestration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Callosum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291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Sovereign AI runtime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MeetKai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291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**Document-native machine runtime**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**MX**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291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Applications, agents, robots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Everything above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Tom Cranstoun | info@cognovamx.com | https://allabout.network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6B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Standards that win at this velocity are already published, governed, and operational when the wave arrives. MX is.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 conditions converge: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Frontier models capable of acting on structured input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Inference cost makes structural ambiguity expensive at enterprise scale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Regulatory pressure on AI provenance — EU AI Act, UK AI assurance regime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Adobe Holiday 2025: 700% growth in AI-referred retail traffic. AI-referred users converting 30% higher than direct. Human browsing is becoming the exception.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Tom Cranstoun | info@cognovamx.com | https://allabout.network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6B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a prototype — a functioning ecosystem with growing institutional validation.</a:t>
            </a:r>
            <a:endParaRPr lang="en-US" sz="18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MX: The Handbook</a:t>
            </a:r>
            <a:endParaRPr lang="en-US" sz="18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published April 2026, 320 pages</a:t>
            </a:r>
            <a:endParaRPr lang="en-US" sz="1800" dirty="0"/>
          </a:p>
          <a:p>
            <a:pPr algn="l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MX: The Protocols</a:t>
            </a:r>
            <a:endParaRPr lang="en-US" sz="18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publishes 1 July 2026, pre-orders open, 800 pages</a:t>
            </a:r>
            <a:endParaRPr lang="en-US" sz="1800" dirty="0"/>
          </a:p>
          <a:p>
            <a:pPr algn="l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REGINALD alpha</a:t>
            </a:r>
            <a:endParaRPr lang="en-US" sz="18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89 COGs, 2 test publishers, Ed25519 attestation live</a:t>
            </a:r>
            <a:endParaRPr lang="en-US" sz="1800" dirty="0"/>
          </a:p>
          <a:p>
            <a:pPr algn="l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Audit Suite</a:t>
            </a:r>
            <a:endParaRPr lang="en-US" sz="18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Leica Microsystems audit, 14,264 URLs across 10 locales</a:t>
            </a:r>
            <a:endParaRPr lang="en-US" sz="1800" dirty="0"/>
          </a:p>
          <a:p>
            <a:pPr algn="l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Tom Cranstoun | info@cognovamx.com | https://allabout.network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6B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Traction (2)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Continued...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Gathering Administration LTD</a:t>
            </a:r>
            <a:endParaRPr lang="en-US" sz="20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incorporated as an independent standards body</a:t>
            </a:r>
            <a:endParaRPr lang="en-US" sz="2000" dirty="0"/>
          </a:p>
          <a:p>
            <a:pPr algn="l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CMS Summit Frankfurt</a:t>
            </a:r>
            <a:endParaRPr lang="en-US" sz="20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presenting this month to 200 platform practitioners; second-day workshop confirmed</a:t>
            </a:r>
            <a:endParaRPr lang="en-US" sz="2000" dirty="0"/>
          </a:p>
          <a:p>
            <a:pPr algn="l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IDHL</a:t>
            </a:r>
            <a:endParaRPr lang="en-US" sz="20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sponsorship confirmed; team training programme agreed, July 2026</a:t>
            </a:r>
            <a:endParaRPr lang="en-US" sz="2000" dirty="0"/>
          </a:p>
          <a:p>
            <a:pPr algn="l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Mozilla Fest Barcelona</a:t>
            </a:r>
            <a:endParaRPr lang="en-US" sz="20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The Gathering invited, October 2026; Mozilla in conversation as potential sponsor</a:t>
            </a:r>
            <a:endParaRPr lang="en-US" sz="2000" dirty="0"/>
          </a:p>
          <a:p>
            <a:pPr algn="l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sponsors</a:t>
            </a:r>
            <a:endParaRPr lang="en-US" sz="20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Germany and Canada in active discussion</a:t>
            </a:r>
            <a:endParaRPr lang="en-US" sz="2000" dirty="0"/>
          </a:p>
          <a:p>
            <a:pPr algn="l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Tom Cranstoun | info@cognovamx.com | https://allabout.network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6B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Position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1732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competitor raised on an agent-OS narrative. None is document-native. The moat is architecture.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Positioning (2×2): Open standards vs proprietary · Executable runtime vs queried data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Top-right (open + executable): MX OS — alone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Bottom-right (open + queried): GitBook, AGENTS.md, llms.txt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Bottom-left (proprietary + queried): Contentful, Notion, Adobe AEM, Sitecore, Letta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557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2051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Company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B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Funding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B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Document-native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B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Open standards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B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Executable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B5"/>
                    </a:solidFill>
                  </a:tcPr>
                </a:tc>
              </a:tr>
              <a:tr h="2051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/dev/agents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$56M @ $500M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No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No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No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2051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Letta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$10M @ $70M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Partial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Partial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No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2051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E2B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$21M Series A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No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No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No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2051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Cognition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$175M @ $2B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No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No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No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2051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**MX OS**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**Pre-seed**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**Yes**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**Yes**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**Yes**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Tom Cranstoun | info@cognovamx.com | https://allabout.network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6B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Reginald Machine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REGINALD for organisations that won't put their documents on the internet. £25,000 per server per year.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Organisation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B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Servers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B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ACV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B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Mid-size law firm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£50,000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Regional bank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5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£125,000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Global bank (per division)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10–20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£250,000–£500,000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Government department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5–10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£125,000–£250,000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Defence contractor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10+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£250,000+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456432"/>
            <a:ext cx="8229600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Ten enterprise clients at 5 servers average: 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£1.25M ARR from on-prem alone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before a single SaaS subscription.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Tom Cranstoun | info@cognovamx.com | https://allabout.network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6B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 Contribution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We've invested significantly in proving the core concepts before seeking outside capital.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257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Item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B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Amount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B5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Cash to contractors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£60,000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Conference travel and registration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£8,000–£15,000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Foregone consultancy income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£130,000–£264,000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Below-market time on framework, books, standards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£100,000–£200,000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Conference appearances (2.5 years)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£30,000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Podcast appearances (2.5 years)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£15,000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Community engagement (2.5 years)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£15,000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**Total documented founder contribution**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**£358,000–£599,000**</a:t>
                      </a:r>
                      <a:endParaRPr lang="en-US" sz="15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Tom Cranstoun | info@cognovamx.com | https://allabout.network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6B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Pre-Series A infrastructure round. Comfortable with a range; lead investor to shape the structure.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Investable entity: CogNovaMX Ltd — incorporated, 100% founder-owned.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of funds: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 hires: senior engineer (REGINALD production), second engineer (tooling and integrations), partnership lead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Reginald Machine — on-prem enterprise licensing (primary revenue)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Tom Cranstoun | info@cognovamx.com | https://allabout.network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6B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 (2)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Continued...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889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REGINALD SaaS hardening to production scale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Marketing and go-to-market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Agency certification programme · The Gathering operational support · Reserve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milestone: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500+ paying publishers. Local Reginald Machine in 10+ regulated-sector enterprises. Network effects compound. Valuation shifts from services multiples (2–5×) to platform multiples (50–100×).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Tom Cranstoun | info@cognovamx.com | https://allabout.network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6B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258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machine layer for meaning — for all documents, everywhere, for all machines.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Registry: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reginald.allabout.network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Standards: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tg.community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Web: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allabout.network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Contact: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info@cognovamx.com | Tom Cranstoun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Tom Cranstoun | info@cognovamx.com | https://allabout.network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CogNovaMX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MX — Bare Metal Ventures Pitch</dc:title>
  <dc:subject>12-slide investor pitch deck for Bare Metal Ventures meeting with Michelle Tang.</dc:subject>
  <dc:creator>Tom Cranstoun</dc:creator>
  <cp:lastModifiedBy>Tom Cranstoun</cp:lastModifiedBy>
  <cp:revision>1</cp:revision>
  <dcterms:created xsi:type="dcterms:W3CDTF">2026-05-06T15:50:57Z</dcterms:created>
  <dcterms:modified xsi:type="dcterms:W3CDTF">2026-05-06T15:50:57Z</dcterms:modified>
</cp:coreProperties>
</file>