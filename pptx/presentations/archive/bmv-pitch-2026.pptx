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Headline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**MX: The machine layer for meaning.**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universal document runtime. Built on open standards. Operational at alpha.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Machines cannot reliably act on documents designed for human eyes.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enterprise AI deployment hits the same four failures: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Wasted inference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agents recompute meaning that should already be explicit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cost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ambiguous documents become a compute problem at scale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agents guess when source material is ambiguous (an infrastructure problem, not a model problem)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provenance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no way to verify a document's origin or whether it has been altered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 not a web problem. It's a document problem. Contracts, policies, manufacturing specs, government archives, scientific papers — the substrate of every enterprise.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Insight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 years in content systems. The work is the moat.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Led the world's largest enterprise content programmes — Nissan-Renault (200+ websites, 30 languages), the BBC, Ford, McLaren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 EE: 8,000 pages across three brand CMSs in 24 days · £450,000 saved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Published the diagnosis in 2024: documents lack machine-native structure, state, intent, and provenance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enterprise solves that from scratch — MX is the infrastructure layer so no one has to solve it again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MX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framework for designing documents that both humans and machines can use.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components: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COGs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portable, self-describing documents. Structured metadata, human-readable content. The artefact.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REGINALD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Registry for Genuine Information, Notarised Authentication, and Legitimate Documentation. Tells machines where COGs live and attests their integrity.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Gathering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independent standards body. Structurally separate from any commercial entity.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on Markdown, YAML, and HTML. Nothing proprietary. Nothing to install. Nothing to lock 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isn't metadata that describes. It's metadata that executes.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 → registered COG → REGINALD index → agent reads attested metadata → executes safely.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works the way DNS works for domains — points to where the COG lives, attests it hasn't been altered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does not hold the COG — the publisher does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Signing is optional, layered on top like DNSSEC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Unsigned COGs are still registered and discoverable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Signed COGs carry cryptographic provenance for those who need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MX Sits in the Bare Metal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6065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Bare Metal owns the physical stack. MX is the missing logical layer for documents.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29535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Layer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Component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Silicon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DreamBig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Compute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FluidStack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Rack hardware + OS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Oxide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Heterogeneous orchestration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Callosum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Sovereign AI runtime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MeetKai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**Document-native machine runtime**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**MX**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Applications, agents, robots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Everything above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Standards that win at this velocity are already published, governed, and operational when the wave arrives. MX is.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conditions converge: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Frontier models capable of acting on structured input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Inference cost makes structural ambiguity expensive at enterprise scale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pressure on AI provenance — EU AI Act, UK AI assurance regime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Adobe Holiday 2025: 700% growth in AI-referred retail traffic. AI-referred users converting 30% higher than direct. Human browsing is becoming the exception.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a prototype — a functioning ecosystem with growing institutional validation.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MX: The Handbook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published April 2026, 320 pages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MX: The Protocols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publishes 1 July 2026, pre-orders open, 800 pages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REGINALD alpha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89 COGs, 2 test publishers, Ed25519 attestation live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Audit Suite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Leica Microsystems audit, 14,264 URLs across 10 locales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(2)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Continued...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Gathering Administration LTD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incorporated as an independent standards body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CMS Summit Frankfurt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presenting this month to 200 platform practitioners; second-day workshop confirmed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IDHL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sponsorship confirmed; team training programme agreed, July 2026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Mozilla Fest Barcelona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The Gathering invited, October 2026; Mozilla in conversation as potential sponsor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sponsors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Germany and Canada in active discussion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Position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1732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competitor raised on an agent-OS narrative. None is document-native. The moat is architecture.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Positioning (2×2): Open standards vs proprietary · Executable runtime vs queried data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Top-right (open + executable): MX OS — alone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Bottom-right (open + queried): GitBook, AGENTS.md, llms.txt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Bottom-left (proprietary + queried): Contentful, Notion, Adobe AEM, Sitecore, Letta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557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Company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Funding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Document-native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Open standards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Executable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/dev/agents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$56M @ $500M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Letta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$10M @ $70M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Partial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Partial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E2B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$21M Series A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Cognition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$175M @ $2B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**MX OS**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**Pre-seed**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Reginald Machine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for organisations that won't put their documents on the internet. £25,000 per server per year.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Organisation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Servers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ACV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Mid-size law firm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£50,000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Regional bank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£125,000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Global bank (per division)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10–20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£250,000–£500,000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Government department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5–10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£125,000–£250,000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Defence contractor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10+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£250,000+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56432"/>
            <a:ext cx="8229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 enterprise clients at 5 servers average: </a:t>
            </a:r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£1.25M ARR from on-prem alone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before a single SaaS subscription.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Contribution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We've invested significantly in proving the core concepts before seeking outside capital.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Item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Amount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Cash to contractors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£60,000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Conference travel and registration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£8,000–£15,000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Foregone consultancy income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£130,000–£264,000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Below-market time on framework, books, standards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£100,000–£200,000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Conference appearances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£30,000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Podcast appearances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Community engagement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**Total documented founder contribution**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**£358,000–£599,000**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Pre-Series A infrastructure round. Comfortable with a range; lead investor to shape the structure.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Investable entity: CogNovaMX Ltd — incorporated, 100% founder-owned.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of funds: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hires: senior engineer (REGINALD production), second engineer (tooling and integrations), partnership lead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Reginald Machine — on-prem enterprise licensing (primary revenue)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 (2)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Continued...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889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SaaS hardening to production scale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Marketing and go-to-market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Agency certification programme · The Gathering operational support · Reserve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milestone: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500+ paying publishers. Local Reginald Machine in 10+ regulated-sector enterprises. Network effects compound. Valuation shifts from services multiples (2–5×) to platform multiples (50–100×).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258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machine layer for meaning — for all documents, everywhere, for all machines.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Registry: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reginald.allabout.network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Standards: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tg.community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allabout.network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Contact: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info@cognovamx.com | Tom Cranstoun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CogNovaMX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MX — Bare Metal Ventures Pitch</dc:title>
  <dc:subject>12-slide investor pitch deck for Bare Metal Ventures meeting with Michelle Tang.</dc:subject>
  <dc:creator>Tom Cranstoun</dc:creator>
  <cp:lastModifiedBy>Tom Cranstoun</cp:lastModifiedBy>
  <cp:revision>1</cp:revision>
  <dcterms:created xsi:type="dcterms:W3CDTF">2026-05-06T15:50:57Z</dcterms:created>
  <dcterms:modified xsi:type="dcterms:W3CDTF">2026-05-06T15:50:57Z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Bmv Pitch 2026</vt:lpwstr>
  </property>
  <property fmtid="{D5CDD505-2E9C-101B-9397-08002B2CF9AE}" pid="3" name="mx:description">
    <vt:lpwstr>TODO: describe bmv-pitch-2026.pptx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2026-05-08</vt:lpwstr>
  </property>
  <property fmtid="{D5CDD505-2E9C-101B-9397-08002B2CF9AE}" pid="7" name="mx:modified">
    <vt:lpwstr>2026-05-08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https://raw.githubusercontent.com/Digital-Domain-Technologies-Ltd/MX-outputs/main/pptx/presentations/archive/bmv-pitch-2026.pptx</vt:lpwstr>
  </property>
  <property fmtid="{D5CDD505-2E9C-101B-9397-08002B2CF9AE}" pid="15" name="mx:servedAt">
    <vt:lpwstr>https://raw.githubusercontent.com/Digital-Domain-Technologies-Ltd/MX-outputs/main/pptx/presentations/archive/bmv-pitch-2026.pptx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Bmv Pitch 2026
description: "TODO: describe bmv-pitch-2026.pptx (auto-skeleton; enrich before publishing)."
author: MX Graph Builder
created: 2026-05-08
modified: 2026-05-08
version: "1.0"
mx:
  status: active
  contentType: presentation
  audience: [humans, machines]
  x-mx-aiAssistance: unknown
  x-mx-aiEditable: "false"
  contentPolicy: "TODO: state reuse and citation policy for this asset."
  canonicalUri: "https://raw.githubusercontent.com/Digital-Domain-Technologies-Ltd/MX-outputs/main/pptx/presentations/archive/bmv-pitch-2026.pptx"
  servedAt: "https://raw.githubusercontent.com/Digital-Domain-Technologies-Ltd/MX-outputs/main/pptx/presentations/archive/bmv-pitch-2026.pptx"
  license: proprietary
  runbook: Asset carrying MX metadata in its carrier. Read these fields to learn what the file is, who it is for, and how it may be reused.
---</vt:lpwstr>
  </property>
</Properties>
</file>