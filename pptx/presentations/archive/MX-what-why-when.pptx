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CMS Experts Lightning Talk</dc:title>
  <dc:subject>5-15 minute lightning talk introducing Machine Experience (MX) to Boye &amp; Company CMS Experts audience</dc:subject>
  <dc:creator>Tom Cranstoun</dc:creator>
  <cp:lastModifiedBy>Tom Cranstoun</cp:lastModifiedBy>
  <cp:revision>1</cp:revision>
  <dcterms:created xsi:type="dcterms:W3CDTF">2026-05-06T07:18:39Z</dcterms:created>
  <dcterms:modified xsi:type="dcterms:W3CDTF">2026-05-06T07:18:39Z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MX What Why When</vt:lpwstr>
  </property>
  <property fmtid="{D5CDD505-2E9C-101B-9397-08002B2CF9AE}" pid="3" name="mx:description">
    <vt:lpwstr>TODO: describe MX-what-why-when.pptx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2026-05-07</vt:lpwstr>
  </property>
  <property fmtid="{D5CDD505-2E9C-101B-9397-08002B2CF9AE}" pid="7" name="mx:modified">
    <vt:lpwstr>2026-05-07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https://raw.githubusercontent.com/Digital-Domain-Technologies-Ltd/MX-outputs/main/pptx/presentations/archive/MX-what-why-when.pptx</vt:lpwstr>
  </property>
  <property fmtid="{D5CDD505-2E9C-101B-9397-08002B2CF9AE}" pid="15" name="mx:servedAt">
    <vt:lpwstr>https://raw.githubusercontent.com/Digital-Domain-Technologies-Ltd/MX-outputs/main/pptx/presentations/archive/MX-what-why-when.pptx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MX What Why When
description: "TODO: describe MX-what-why-when.pptx (auto-skeleton; enrich before publishing)."
author: MX Graph Builder
created: 2026-05-07
modified: 2026-05-07
version: "1.0"
mx:
  status: active
  contentType: presentation
  audience: [humans, machines]
  aiAssistance: unknown
  aiEditable: "false"
  contentPolicy: "TODO: state reuse and citation policy for this asset."
  canonicalUri: "https://raw.githubusercontent.com/Digital-Domain-Technologies-Ltd/MX-outputs/main/pptx/presentations/archive/MX-what-why-when.pptx"
  servedAt: "https://raw.githubusercontent.com/Digital-Domain-Technologies-Ltd/MX-outputs/main/pptx/presentations/archive/MX-what-why-when.pptx"
  license: proprietary
  runbook: Asset carrying MX metadata in its carrier. Read these fields to learn what the file is, who it is for, and how it may be reused.
---</vt:lpwstr>
  </property>
</Properties>
</file>