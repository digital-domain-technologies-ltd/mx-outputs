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DITA and MX — Same Discipline, New Reader</dc:title>
  <dc:subject>20-25 minute podcast companion deck for DITA-native technical writers. Frames MX as the layer above DITA — coexistence, not replacement.</dc:subject>
  <dc:creator>Tom Cranstoun</dc:creator>
  <cp:lastModifiedBy>Tom Cranstoun</cp:lastModifiedBy>
  <cp:revision>1</cp:revision>
  <dcterms:created xsi:type="dcterms:W3CDTF">2026-04-21T08:47:05Z</dcterms:created>
  <dcterms:modified xsi:type="dcterms:W3CDTF">2026-04-21T08:47:05Z</dcterms:modified>
</cp:coreProperties>
</file>