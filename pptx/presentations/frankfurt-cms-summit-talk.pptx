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Experience — CMS Summit Frankfurt 2026</dc:title>
  <dc:subject>15-minute lightning talk introducing MX as a discipline, with a worked TYPO3 case study (Leica Microsystems). No live demos — slides only.</dc:subject>
  <dc:creator>Tom Cranstoun</dc:creator>
  <cp:lastModifiedBy>Tom Cranstoun</cp:lastModifiedBy>
  <cp:revision>1</cp:revision>
  <dcterms:created xsi:type="dcterms:W3CDTF">2026-04-25T08:32:44Z</dcterms:created>
  <dcterms:modified xsi:type="dcterms:W3CDTF">2026-04-25T08:32:44Z</dcterms:modified>
</cp:coreProperties>
</file>