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 OS: The Bare Metal Meaning Layer for Machines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document runtime for all machines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exactly where BMV invests: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infrastructure, foundational layers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697480"/>
            <a:ext cx="137160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—  May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Domain Technologies Ltd  |  CogNovaMX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cannot reliably read or act on human documents.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web problem.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civilisation‑scale document problem across: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 ·  Word files  ·  Emails  ·  Manuals  ·  Contracts  ·  Policies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 ·  Blueprints  ·  Scientific papers  ·  Medical records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specs  ·  Government archives  ·  CMS outputs  ·  Knowledge bases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machine — robots, LLMs, autonomous systems, industrial controllers,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appliances — hits the same four structural failures: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inference — machines repeatedly re‑compute meaning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— inference on ambiguous documents becomes an energy problem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errors — ambiguity forces machines to guess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 — no cryptographic verification of origin or integrity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missing infrastructure layer for the machine 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 — Founder-Market Fit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years building the world's document systems → public diagnosis → MX OS.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largest enterprise content programmes globally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document portability at EE: 8,000 pages → 24 days → £450k saved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AI-as-reader diagnosis in 2024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the same structural failure across every enterprise system:</a:t>
            </a:r>
            <a:endParaRPr lang="en-US" sz="1700" dirty="0"/>
          </a:p>
          <a:p>
            <a:pPr marL="355600" indent="-355600">
              <a:buSzPct val="100000"/>
              <a:buChar char="•"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lack machine-native structure, state, intent, and provenance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OS is the infrastructure answer —</a:t>
            </a:r>
            <a:endParaRPr lang="en-US" sz="17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documents, everywhere, for all machines.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MX OS 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29768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universal, document-native runtime layer for machines.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pillars: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— Schema.org, JSON-LD, XMP, CSVW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Semantics — WCAG, semantic HTML, tagged PDFs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Intent — machine-readable state + action blocks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 types: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Info-docs describe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Action-docs execute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749808"/>
            <a:ext cx="397764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≠ skills: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are durable, portable, self-describing documents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ephemeral instructions tied to specific platforms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failure mode: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 X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machine improvisation.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OS is format-agnostic: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a document, MX OS can make it machine-native.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777240"/>
            <a:ext cx="36576" cy="404622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 →  Structured Intent  →  Machine Runtime  →  Execution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Five-Stage Machine Journey: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Comparison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352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Pricing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192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Confidence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749040" cy="19202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508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 OS is the runtime that makes documents executable — not readable.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3774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Oxide and Callosum: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architecture, not the symptoms.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Sits in the BMV Stack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822960"/>
          <a:ext cx="7315200" cy="3840480"/>
        </p:xfrm>
        <a:graphic>
          <a:graphicData uri="http://schemas.openxmlformats.org/drawingml/2006/table">
            <a:tbl>
              <a:tblPr/>
              <a:tblGrid>
                <a:gridCol w="3474720"/>
                <a:gridCol w="3840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Silicon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DreamBig Semiconductor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Compute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FluidStack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Rack Hardware + 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Oxide Computer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Heterogeneous Compute Orchestration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Callosum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3300"/>
                          </a:solidFill>
                        </a:rPr>
                        <a:t>Document-Native Machine Runtime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3300"/>
                          </a:solidFill>
                        </a:rPr>
                        <a:t>MX 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Applications / Agents / Robots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Everything above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405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BMV owns the physical stack.  MX OS is the missing logical stack for machines.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Comparable Precedents — Category Validation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68680"/>
          <a:ext cx="768096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Angle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/dev/agents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$56M seed @ $500M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"Android for AI"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Letta (MemGPT)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$10M seed @ $70M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Stateful memory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E2B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$21M Series 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Secure agent runtime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are agent OS narratives.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solve the universal machine–document problem.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the moat.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— Machine Framing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93776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are becoming the primary readers of: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repositories  ·  Legal documents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  ·  Medical records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manuals  ·  Government archives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literature  ·  Retail catalogues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outputs  ·  Internal knowledge bases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868680"/>
            <a:ext cx="3291840" cy="25603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1051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trillion-document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7784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OS reduces inference at the source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cost advantage.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/ Proof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prototype — it is a functioning ecosystem.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Director on Nissan-Renault, BBC, Ford, McLaren, JLR, Publicis, Twitter/X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merger: 8,000 pages → 24 days → £450k saved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years in content systems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MX: The Handbook (published)  &amp;  MX: The Protocols (pre-order)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 Alpha: 89 COGs, 2 test publishers, Ed25519 attestation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Audit Suite: Leica Microsystems audit (14,264 URLs, 10 locales)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Gathering: operational standards body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Machine Intelligence — BMV Pattern Match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389120" cy="4137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OS runs on-premise 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documents, for all machines.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aligns directly with BMV's investments in: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 (sovereign compute)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MeetKai (sovereign AI OS)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Callosum (sovereign orchestration)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822960"/>
            <a:ext cx="3840480" cy="3200400"/>
          </a:xfrm>
          <a:prstGeom prst="rect">
            <a:avLst/>
          </a:prstGeom>
          <a:solidFill>
            <a:srgbClr val="333333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914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Reginald Machine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(roadmap)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SME appliance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LLMs via Ollama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REGINALD registry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COG-driven knowledge base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all document formats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all machine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6405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30M+ SMEs across UK/EU.  Currently unserved.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Raise: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£2–3M Pre-Series 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Domain Technologies Ltd  (CogNovaMX as trading brand)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GTM infrastructure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 SaaS tier + hardening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Gathering governance + community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certification programme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marketing, technical support, founder salary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3749040" cy="25603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unlocked: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21488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REGINALD → 500+ publishers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network effects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platform valuation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(50–100×)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 w="12700">
            <a:solidFill>
              <a:srgbClr val="004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 / Why Now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 is shifting from human-readable documents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machine-executable documents.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 to establish the foundational runtime standard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POSIX for meaning, across all document formats, for all machines.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built: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OS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 Alpha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body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publishers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606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publisher onboarding,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scaling to 500+ publishers.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40919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 is not a product.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 is the standard the machine-readable world will run on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all documents, everywhere, for all time.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48874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Cranstoun  |  info@cognovamx.com  |  allabout.network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CogNovaMX / Digital Domain Technologies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 OS — Bare Metal Ventures Pitch</dc:title>
  <dc:subject>Bare Metal Ventures Investor Pitch</dc:subject>
  <dc:creator>Tom Cranstoun</dc:creator>
  <cp:lastModifiedBy>Tom Cranstoun</cp:lastModifiedBy>
  <cp:revision>1</cp:revision>
  <dcterms:created xsi:type="dcterms:W3CDTF">2026-05-06T07:37:09Z</dcterms:created>
  <dcterms:modified xsi:type="dcterms:W3CDTF">2026-05-06T07:37:09Z</dcterms:modified>
</cp:coreProperties>
</file>