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Mx1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London CMS Experts Lightning Talk</dc:title>
  <dc:subject>5-15 minute lightning talk introducing Machine Experience (MX) to Boye &amp; Company CMS Experts audience</dc:subject>
  <dc:creator>Tom Cranstoun</dc:creator>
  <cp:lastModifiedBy>Tom Cranstoun</cp:lastModifiedBy>
  <cp:revision>1</cp:revision>
  <dcterms:created xsi:type="dcterms:W3CDTF">2026-05-06T07:18:39Z</dcterms:created>
  <dcterms:modified xsi:type="dcterms:W3CDTF">2026-05-06T07:18:39Z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x:title">
    <vt:lpwstr>MX What Why When</vt:lpwstr>
  </property>
  <property fmtid="{D5CDD505-2E9C-101B-9397-08002B2CF9AE}" pid="3" name="mx:description">
    <vt:lpwstr>TODO: describe MX-what-why-when.pptx (auto-skeleton; enrich before publishing).</vt:lpwstr>
  </property>
  <property fmtid="{D5CDD505-2E9C-101B-9397-08002B2CF9AE}" pid="4" name="mx:author">
    <vt:lpwstr>MX Graph Builder</vt:lpwstr>
  </property>
  <property fmtid="{D5CDD505-2E9C-101B-9397-08002B2CF9AE}" pid="5" name="mx:version">
    <vt:lpwstr>1.0</vt:lpwstr>
  </property>
  <property fmtid="{D5CDD505-2E9C-101B-9397-08002B2CF9AE}" pid="6" name="mx:created">
    <vt:lpwstr>2026-05-07</vt:lpwstr>
  </property>
  <property fmtid="{D5CDD505-2E9C-101B-9397-08002B2CF9AE}" pid="7" name="mx:modified">
    <vt:lpwstr>2026-05-07</vt:lpwstr>
  </property>
  <property fmtid="{D5CDD505-2E9C-101B-9397-08002B2CF9AE}" pid="8" name="mx:status">
    <vt:lpwstr>active</vt:lpwstr>
  </property>
  <property fmtid="{D5CDD505-2E9C-101B-9397-08002B2CF9AE}" pid="9" name="mx:contentType">
    <vt:lpwstr>presentation</vt:lpwstr>
  </property>
  <property fmtid="{D5CDD505-2E9C-101B-9397-08002B2CF9AE}" pid="10" name="mx:audience">
    <vt:lpwstr>humans,machines</vt:lpwstr>
  </property>
  <property fmtid="{D5CDD505-2E9C-101B-9397-08002B2CF9AE}" pid="11" name="mx:aiAssistance">
    <vt:lpwstr>unknown</vt:lpwstr>
  </property>
  <property fmtid="{D5CDD505-2E9C-101B-9397-08002B2CF9AE}" pid="12" name="mx:aiEditable">
    <vt:lpwstr>false</vt:lpwstr>
  </property>
  <property fmtid="{D5CDD505-2E9C-101B-9397-08002B2CF9AE}" pid="13" name="mx:contentPolicy">
    <vt:lpwstr>TODO: state reuse and citation policy for this asset.</vt:lpwstr>
  </property>
  <property fmtid="{D5CDD505-2E9C-101B-9397-08002B2CF9AE}" pid="14" name="mx:canonicalUri">
    <vt:lpwstr>https://raw.githubusercontent.com/Digital-Domain-Technologies-Ltd/MX-outputs/main/md/presentations/MX-what-why-when.pptx</vt:lpwstr>
  </property>
  <property fmtid="{D5CDD505-2E9C-101B-9397-08002B2CF9AE}" pid="15" name="mx:servedAt">
    <vt:lpwstr>https://raw.githubusercontent.com/Digital-Domain-Technologies-Ltd/MX-outputs/main/md/presentations/MX-what-why-when.pptx</vt:lpwstr>
  </property>
  <property fmtid="{D5CDD505-2E9C-101B-9397-08002B2CF9AE}" pid="16" name="mx:license">
    <vt:lpwstr>proprietary</vt:lpwstr>
  </property>
  <property fmtid="{D5CDD505-2E9C-101B-9397-08002B2CF9AE}" pid="17" name="mx:runbook">
    <vt:lpwstr>Asset carrying MX metadata in its carrier. Read these fields to learn what the file is, who it is for, and how it may be reused.</vt:lpwstr>
  </property>
  <property fmtid="{D5CDD505-2E9C-101B-9397-08002B2CF9AE}" pid="18" name="mx:sourceFrontmatter">
    <vt:lpwstr>---
title: MX What Why When
description: "TODO: describe MX-what-why-when.pptx (auto-skeleton; enrich before publishing)."
author: MX Graph Builder
created: 2026-05-07
modified: 2026-05-07
version: "1.0"
mx:
  status: active
  contentType: presentation
  audience: [humans, machines]
  x-mx-aiAssistance: unknown
  x-mx-aiEditable: "false"
  contentPolicy: "TODO: state reuse and citation policy for this asset."
  canonicalUri: "https://raw.githubusercontent.com/Digital-Domain-Technologies-Ltd/MX-outputs/main/md/presentations/MX-what-why-when.pptx"
  servedAt: "https://raw.githubusercontent.com/Digital-Domain-Technologies-Ltd/MX-outputs/main/md/presentations/MX-what-why-when.pptx"
  license: proprietary
  runbook: Asset carrying MX metadata in its carrier. Read these fields to learn what the file is, who it is for, and how it may be reused.
---</vt:lpwstr>
  </property>
</Properties>
</file>